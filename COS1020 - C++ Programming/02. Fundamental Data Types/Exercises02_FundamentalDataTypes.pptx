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14"/>
  </p:notesMasterIdLst>
  <p:sldIdLst>
    <p:sldId id="287" r:id="rId2"/>
    <p:sldId id="332" r:id="rId3"/>
    <p:sldId id="334" r:id="rId4"/>
    <p:sldId id="333" r:id="rId5"/>
    <p:sldId id="335" r:id="rId6"/>
    <p:sldId id="342" r:id="rId7"/>
    <p:sldId id="343" r:id="rId8"/>
    <p:sldId id="344" r:id="rId9"/>
    <p:sldId id="345" r:id="rId10"/>
    <p:sldId id="346" r:id="rId11"/>
    <p:sldId id="347" r:id="rId12"/>
    <p:sldId id="34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E4E9CB-4F15-4A8C-95E0-9DCB6BE3C17D}">
          <p14:sldIdLst>
            <p14:sldId id="287"/>
            <p14:sldId id="332"/>
            <p14:sldId id="334"/>
            <p14:sldId id="333"/>
            <p14:sldId id="335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Fundamental</a:t>
            </a:r>
            <a:br>
              <a:rPr lang="en-US" dirty="0"/>
            </a:br>
            <a:r>
              <a:rPr lang="en-US" dirty="0"/>
              <a:t>Data Types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2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ask the user to enter the number of pennies and nickels they have and then calculate the total amount of a person’s coin savings in the format $1.4.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penny = 1 cent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nickel = 5 cents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7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Hints for 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/>
              <a:t>Analysis: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The program will need the number of nickels and the number of pennies as input.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Based on that input we can calculate the total amount of cents.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We can use integer division by 100 to calculate dollars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Use modulus (%) of 100 to get remaining cents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Finally print the dollars and cents from the previous two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1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771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compute a circle’s perimeter and area. The program should receive the radius as input and display the computed perimeter and area as output.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Formulas:</a:t>
            </a:r>
          </a:p>
          <a:p>
            <a:pPr marL="384048" lvl="2" indent="0">
              <a:buNone/>
            </a:pPr>
            <a:r>
              <a:rPr lang="en-US" sz="2600" dirty="0"/>
              <a:t>	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2 * 3.14 * r</a:t>
            </a:r>
          </a:p>
          <a:p>
            <a:pPr marL="384048" lvl="2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3.14 * r *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78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that asks the user for two whole numbers and displays their sum, difference, product and quotient.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output must be in the following format, assuming that the user entered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3000" dirty="0"/>
              <a:t> and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3000" dirty="0"/>
              <a:t>:</a:t>
            </a:r>
          </a:p>
          <a:p>
            <a:pPr marL="384048" lvl="2" indent="0">
              <a:buNone/>
            </a:pPr>
            <a:r>
              <a:rPr lang="en-US" sz="2600" dirty="0"/>
              <a:t>	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+ 8 = 13</a:t>
            </a:r>
          </a:p>
          <a:p>
            <a:pPr marL="384048" lvl="2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5 – 8 = -3</a:t>
            </a:r>
          </a:p>
          <a:p>
            <a:pPr marL="384048" lvl="2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5 * 8 = 40</a:t>
            </a:r>
          </a:p>
          <a:p>
            <a:pPr marL="384048" lvl="2" indent="0"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5 / 8 = 0.625</a:t>
            </a:r>
            <a:endParaRPr lang="bg-BG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4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converts pounds to kilograms. The program should receive pounds as input.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3000" dirty="0"/>
              <a:t>Note: </a:t>
            </a:r>
            <a:r>
              <a:rPr lang="is-IS" sz="3000" dirty="0"/>
              <a:t>m(kg) = m(lb) × 0.45359237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ask the user to enter their name and age and prints a greeting.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3000" dirty="0"/>
              <a:t>Note: Try to reverse the values that are entered to see what will be the result!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asks the user to enter 4 integers and 2 floats and calculates the following statement: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u="sng" dirty="0"/>
              <a:t>int1 + int2</a:t>
            </a:r>
            <a:r>
              <a:rPr lang="en-US" sz="2600" dirty="0"/>
              <a:t> – </a:t>
            </a:r>
            <a:r>
              <a:rPr lang="en-US" sz="2600" u="sng" dirty="0"/>
              <a:t>int3</a:t>
            </a:r>
            <a:r>
              <a:rPr lang="en-US" sz="2600" dirty="0"/>
              <a:t>  + int4</a:t>
            </a:r>
          </a:p>
          <a:p>
            <a:pPr marL="384048" lvl="2" indent="0">
              <a:buNone/>
            </a:pPr>
            <a:r>
              <a:rPr lang="en-US" sz="2600" dirty="0"/>
              <a:t>	 f1	       f2</a:t>
            </a:r>
            <a:endParaRPr 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7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r>
              <a:rPr lang="bg-BG" dirty="0"/>
              <a:t>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ask the user to enter</a:t>
            </a:r>
            <a:r>
              <a:rPr lang="bg-BG" sz="3000" dirty="0"/>
              <a:t> </a:t>
            </a:r>
            <a:r>
              <a:rPr lang="en-US" sz="3000" dirty="0"/>
              <a:t>price of an item and then shows the price with 25%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4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ask the user to enter</a:t>
            </a:r>
            <a:r>
              <a:rPr lang="bg-BG" sz="3000" dirty="0"/>
              <a:t> </a:t>
            </a:r>
            <a:r>
              <a:rPr lang="en-US" sz="3000" dirty="0"/>
              <a:t>number of pounds for apples and calculates the total cost of apples considering you have the price for kilogram (price = 1.2/kg).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3000" dirty="0"/>
              <a:t>Hint: First convert the pounds to kilograms and then calculates the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6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Write a program that ask the user to enter</a:t>
            </a:r>
            <a:r>
              <a:rPr lang="bg-BG" sz="3000" dirty="0"/>
              <a:t> </a:t>
            </a:r>
            <a:r>
              <a:rPr lang="en-US" sz="3000" dirty="0"/>
              <a:t>three numbers (for some formulas you would need just 2) and calculate the following formulas: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 a</a:t>
            </a:r>
            <a:r>
              <a:rPr lang="en-US" sz="2600" baseline="30000" dirty="0"/>
              <a:t>2</a:t>
            </a:r>
            <a:r>
              <a:rPr lang="en-US" sz="2600" dirty="0"/>
              <a:t> + b</a:t>
            </a:r>
            <a:r>
              <a:rPr lang="en-US" sz="2600" baseline="30000" dirty="0"/>
              <a:t>2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 b</a:t>
            </a:r>
            <a:r>
              <a:rPr lang="en-US" sz="2600" baseline="30000" dirty="0"/>
              <a:t>2</a:t>
            </a:r>
            <a:r>
              <a:rPr lang="en-US" sz="2600" dirty="0"/>
              <a:t> – 4ac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 </a:t>
            </a:r>
            <a:r>
              <a:rPr lang="en-US" sz="2600" u="sng" dirty="0"/>
              <a:t>1 + b</a:t>
            </a:r>
            <a:r>
              <a:rPr lang="en-US" sz="2600" u="sng" baseline="30000" dirty="0"/>
              <a:t>2</a:t>
            </a:r>
            <a:r>
              <a:rPr lang="en-US" sz="2600" u="sng" dirty="0"/>
              <a:t> + c</a:t>
            </a:r>
            <a:r>
              <a:rPr lang="en-US" sz="2600" u="sng" baseline="30000" dirty="0"/>
              <a:t>2</a:t>
            </a:r>
            <a:r>
              <a:rPr lang="en-US" sz="2600" u="sng" dirty="0"/>
              <a:t>       </a:t>
            </a:r>
          </a:p>
          <a:p>
            <a:pPr marL="384048" lvl="2" indent="0">
              <a:buNone/>
            </a:pPr>
            <a:r>
              <a:rPr lang="en-US" sz="2600" dirty="0"/>
              <a:t>       1 + a</a:t>
            </a:r>
            <a:r>
              <a:rPr lang="en-US" sz="2600" baseline="30000" dirty="0"/>
              <a:t>2</a:t>
            </a:r>
            <a:endParaRPr lang="en-US" sz="2600" u="sng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26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260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97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10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 </a:t>
            </a:r>
            <a:r>
              <a:rPr lang="en-US" sz="2800" dirty="0"/>
              <a:t>Write a program to calculate the total amount of a person’s coin savings of nickels, pennies, dimes and quarters.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01168" lvl="1" indent="0">
              <a:buNone/>
            </a:pPr>
            <a:r>
              <a:rPr lang="en-US" sz="2800" dirty="0"/>
              <a:t>Note:  </a:t>
            </a:r>
            <a:r>
              <a:rPr lang="en-US" sz="2800"/>
              <a:t>1 penny	= </a:t>
            </a:r>
            <a:r>
              <a:rPr lang="en-US" sz="2800" dirty="0"/>
              <a:t>1 cent</a:t>
            </a:r>
          </a:p>
          <a:p>
            <a:pPr marL="201168" lvl="1" indent="0">
              <a:buNone/>
            </a:pPr>
            <a:r>
              <a:rPr lang="en-US" sz="2800" dirty="0"/>
              <a:t>	   1 nickel	= 5 cents</a:t>
            </a:r>
          </a:p>
          <a:p>
            <a:pPr marL="201168" lvl="1" indent="0">
              <a:buNone/>
            </a:pPr>
            <a:r>
              <a:rPr lang="en-US" sz="2800" dirty="0"/>
              <a:t>            1 dime	= 10 cents</a:t>
            </a:r>
          </a:p>
          <a:p>
            <a:pPr marL="201168" lvl="1" indent="0">
              <a:buNone/>
            </a:pPr>
            <a:r>
              <a:rPr lang="en-US" sz="2800" dirty="0"/>
              <a:t>            1 quarter	= 25 cents</a:t>
            </a:r>
            <a:endParaRPr lang="en-US" sz="26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260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92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2871</TotalTime>
  <Words>576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Courier New</vt:lpstr>
      <vt:lpstr>Wingdings</vt:lpstr>
      <vt:lpstr>Retrospect</vt:lpstr>
      <vt:lpstr>Fundamental Data Types</vt:lpstr>
      <vt:lpstr>Exercise 1</vt:lpstr>
      <vt:lpstr>Hints for Exercise 1</vt:lpstr>
      <vt:lpstr>Exercise 2</vt:lpstr>
      <vt:lpstr>Exercise 3</vt:lpstr>
      <vt:lpstr>Exercise 4</vt:lpstr>
      <vt:lpstr>Exercise 5</vt:lpstr>
      <vt:lpstr>Exercise 6</vt:lpstr>
      <vt:lpstr>Exercise 7</vt:lpstr>
      <vt:lpstr>Exercise 8</vt:lpstr>
      <vt:lpstr>Exercise 9</vt:lpstr>
      <vt:lpstr>Exercise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723</cp:revision>
  <dcterms:created xsi:type="dcterms:W3CDTF">2016-08-30T09:20:13Z</dcterms:created>
  <dcterms:modified xsi:type="dcterms:W3CDTF">2025-08-24T11:11:17Z</dcterms:modified>
</cp:coreProperties>
</file>