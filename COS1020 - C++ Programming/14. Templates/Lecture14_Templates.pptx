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14"/>
  </p:notesMasterIdLst>
  <p:sldIdLst>
    <p:sldId id="286" r:id="rId2"/>
    <p:sldId id="282" r:id="rId3"/>
    <p:sldId id="288" r:id="rId4"/>
    <p:sldId id="296" r:id="rId5"/>
    <p:sldId id="290" r:id="rId6"/>
    <p:sldId id="304" r:id="rId7"/>
    <p:sldId id="291" r:id="rId8"/>
    <p:sldId id="292" r:id="rId9"/>
    <p:sldId id="298" r:id="rId10"/>
    <p:sldId id="289" r:id="rId11"/>
    <p:sldId id="297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8"/>
            <p14:sldId id="296"/>
            <p14:sldId id="290"/>
            <p14:sldId id="304"/>
            <p14:sldId id="291"/>
            <p14:sldId id="292"/>
            <p14:sldId id="298"/>
            <p14:sldId id="289"/>
            <p14:sldId id="297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Templates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11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11.3 Template Classes</a:t>
            </a:r>
          </a:p>
          <a:p>
            <a:pPr marL="0" indent="0">
              <a:buNone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in C++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An important goal in OOP is supporting code reuse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 we write more complicated data abstractions, we want them to be as general as possible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Templates</a:t>
            </a:r>
            <a:r>
              <a:rPr lang="en-US" sz="3200" dirty="0"/>
              <a:t> in C++ allow the development of modules (functions and classes) that work for arbitrary 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At the time of writing the code, we do not have to know what these types will be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Templates are a powerful mechanism for writing more abstract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</a:t>
            </a:r>
            <a:br>
              <a:rPr lang="en-US" dirty="0"/>
            </a:br>
            <a:r>
              <a:rPr lang="en-US" dirty="0"/>
              <a:t>Finding the Largest Item in an Array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simple algorithm would be a </a:t>
            </a:r>
            <a:r>
              <a:rPr lang="en-US" sz="3200" i="1" dirty="0"/>
              <a:t>sequential scan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Examine all element in order, keeping track of the maximum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sequential scan algorithm is type-independent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Its logic does not depend on the type of elements in the array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It works for arrays of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000" dirty="0"/>
              <a:t>,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3000" dirty="0"/>
              <a:t> and any other type that supports comparison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Swapping</a:t>
            </a:r>
            <a:r>
              <a:rPr lang="en-US" sz="3200" dirty="0"/>
              <a:t>, </a:t>
            </a:r>
            <a:r>
              <a:rPr lang="en-US" sz="3200" b="1" dirty="0"/>
              <a:t>sorting</a:t>
            </a:r>
            <a:r>
              <a:rPr lang="en-US" sz="3200" dirty="0"/>
              <a:t> and </a:t>
            </a:r>
            <a:r>
              <a:rPr lang="en-US" sz="3200" b="1" dirty="0"/>
              <a:t>searching</a:t>
            </a:r>
            <a:r>
              <a:rPr lang="en-US" sz="3200" dirty="0"/>
              <a:t> – classic examples of type-independent algorithms (generic algorithms)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implementing such algorithms, we prefer to write the code only once and not repeat it for any other data type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0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Two Elements – int, string, etc.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swap(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  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swap(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  string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CAFFA5-AB54-1270-2A06-BD75A699C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4937760" cy="440095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swap(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solidFill>
                  <a:srgbClr val="2B91AF"/>
                </a:solidFill>
                <a:latin typeface="Consolas" panose="020B0609020204030204" pitchFamily="49" charset="0"/>
              </a:rPr>
              <a:t>   double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swap(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7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Templates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431332" cy="448334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swap</a:t>
            </a:r>
            <a:r>
              <a:rPr lang="en-US" sz="3200" dirty="0"/>
              <a:t> function using templates:</a:t>
            </a:r>
          </a:p>
          <a:p>
            <a:pPr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swap(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   Object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lhs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rhs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2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T,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 class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S,…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2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Templates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47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 </a:t>
            </a:r>
            <a:r>
              <a:rPr lang="en-US" sz="3200" b="1" dirty="0"/>
              <a:t>function template </a:t>
            </a:r>
            <a:r>
              <a:rPr lang="en-US" sz="3200" dirty="0"/>
              <a:t>is not an actual function – it is a design, or a pattern of a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This design is expanded by the compiler if needed to provide an actual routine (for a certain type)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For example – if a call to swap with two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200" dirty="0"/>
              <a:t> parameters is made, the compiler will generate a routine from this template, replacing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sz="3200" dirty="0"/>
              <a:t> with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6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Using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swap</a:t>
            </a:r>
            <a:r>
              <a:rPr lang="en-US" dirty="0"/>
              <a:t> Function Template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64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es-ES" sz="2400" dirty="0">
                <a:solidFill>
                  <a:srgbClr val="000000"/>
                </a:solidFill>
                <a:latin typeface="Consolas" panose="020B0609020204030204" pitchFamily="49" charset="0"/>
              </a:rPr>
              <a:t> x = 5, y = 7;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 = 2, b = 4;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swap(x, y);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instantiates swap with int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swap(x, y);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uses already instantiated swap with int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swap(a, b);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instantiates swap with double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x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y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b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::endl;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  //swap(x, b); // illegal – no match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23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4456455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&gt;    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a class template must have the template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A 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{             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specification prior to the interface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A(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 {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parameter type is T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  value = </a:t>
            </a:r>
            <a:r>
              <a:rPr lang="en-US" sz="3200" dirty="0" err="1">
                <a:solidFill>
                  <a:srgbClr val="808080"/>
                </a:solidFill>
                <a:latin typeface="Consolas" panose="020B0609020204030204" pitchFamily="49" charset="0"/>
              </a:rPr>
              <a:t>val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   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getValue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 {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return type is T 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      return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</a:rPr>
              <a:t>   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value;  </a:t>
            </a:r>
            <a:r>
              <a:rPr lang="en-US" sz="3200" dirty="0">
                <a:solidFill>
                  <a:srgbClr val="008000"/>
                </a:solidFill>
                <a:latin typeface="Consolas" panose="020B0609020204030204" pitchFamily="49" charset="0"/>
              </a:rPr>
              <a:t>// a private variable type T</a:t>
            </a:r>
            <a:endParaRPr 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3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22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Class Templates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789921" cy="443852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template parameters must be specified at the time of constructing an instance of a template class: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0" indent="0"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(2);  </a:t>
            </a:r>
            <a:r>
              <a:rPr lang="bg-BG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data slot will be int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</a:rPr>
              <a:t>	A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&gt; price(2.95);  </a:t>
            </a:r>
            <a:r>
              <a:rPr lang="bg-BG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data slot – double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num.getValue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 &lt;&lt;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the type returned by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() is </a:t>
            </a:r>
            <a:r>
              <a:rPr lang="en-US" sz="2800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endParaRPr lang="bg-BG" sz="2800"/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cout &lt;&lt;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price.getValue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() &lt;&lt; endl;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8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 the type returned by </a:t>
            </a:r>
            <a:r>
              <a:rPr lang="en-US" sz="2800" dirty="0" err="1">
                <a:solidFill>
                  <a:srgbClr val="008000"/>
                </a:solidFill>
                <a:latin typeface="Consolas" panose="020B0609020204030204" pitchFamily="49" charset="0"/>
              </a:rPr>
              <a:t>getValue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</a:rPr>
              <a:t>() is double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1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Templates – </a:t>
            </a:r>
            <a:br>
              <a:rPr lang="en-US" dirty="0"/>
            </a:br>
            <a:r>
              <a:rPr lang="en-US" dirty="0"/>
              <a:t>Interface and Implementation</a:t>
            </a:r>
            <a:endParaRPr lang="bg-BG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4749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#pragma once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MemoryCell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value;</a:t>
            </a: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MemoryCell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(T x)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value = x;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5794786" cy="444748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   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read()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return value;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write(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value = x;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6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1095</TotalTime>
  <Words>829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Calibri Light</vt:lpstr>
      <vt:lpstr>Consolas</vt:lpstr>
      <vt:lpstr>Courier New</vt:lpstr>
      <vt:lpstr>Wingdings</vt:lpstr>
      <vt:lpstr>Retrospect</vt:lpstr>
      <vt:lpstr>Templates</vt:lpstr>
      <vt:lpstr>Lecture Contents</vt:lpstr>
      <vt:lpstr>Templates in C++</vt:lpstr>
      <vt:lpstr>Example Problem: Finding the Largest Item in an Array</vt:lpstr>
      <vt:lpstr>Swapping Two Elements – int, string, etc.</vt:lpstr>
      <vt:lpstr>Function Templates</vt:lpstr>
      <vt:lpstr>Function Templates (continued)</vt:lpstr>
      <vt:lpstr>Example: Using the swap Function Template</vt:lpstr>
      <vt:lpstr>Class Templates</vt:lpstr>
      <vt:lpstr>Using Class Templates</vt:lpstr>
      <vt:lpstr>Class Templates –  Interface and Implementation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317</cp:revision>
  <dcterms:created xsi:type="dcterms:W3CDTF">2016-08-30T09:20:13Z</dcterms:created>
  <dcterms:modified xsi:type="dcterms:W3CDTF">2025-12-01T07:59:15Z</dcterms:modified>
</cp:coreProperties>
</file>