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5"/>
  </p:notesMasterIdLst>
  <p:sldIdLst>
    <p:sldId id="286" r:id="rId2"/>
    <p:sldId id="287" r:id="rId3"/>
    <p:sldId id="30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Templates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11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function that returns the </a:t>
            </a:r>
            <a:r>
              <a:rPr lang="en-US" sz="3000" b="1" dirty="0"/>
              <a:t>minimum</a:t>
            </a:r>
            <a:r>
              <a:rPr lang="en-US" sz="3000" dirty="0"/>
              <a:t> element in an array. It should receive the array as one parameter and the array size as another parameter.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function should be able to work with </a:t>
            </a:r>
            <a:r>
              <a:rPr lang="en-US" sz="3000" b="1" dirty="0"/>
              <a:t>various data types </a:t>
            </a:r>
            <a:r>
              <a:rPr lang="en-US" sz="3000" dirty="0"/>
              <a:t>(e.g. an array of integers, an array of floats, etc).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</a:t>
            </a:r>
            <a:r>
              <a:rPr lang="en-US" sz="3000" b="1" dirty="0"/>
              <a:t>program</a:t>
            </a:r>
            <a:r>
              <a:rPr lang="en-US" sz="3000" dirty="0"/>
              <a:t> to test that function with an array of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000" dirty="0"/>
              <a:t> and array of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3000" dirty="0"/>
              <a:t> variables.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</a:t>
            </a:r>
            <a:r>
              <a:rPr lang="en-US" sz="3000" b="1" dirty="0"/>
              <a:t>Tuple</a:t>
            </a:r>
            <a:r>
              <a:rPr lang="en-US" sz="3000" dirty="0"/>
              <a:t> is a data structure containing </a:t>
            </a:r>
            <a:r>
              <a:rPr lang="en-US" sz="3000" b="1" dirty="0"/>
              <a:t>two</a:t>
            </a:r>
            <a:r>
              <a:rPr lang="en-US" sz="3000" dirty="0"/>
              <a:t> associated variables of arbitrary types.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template class for that user-defined type that receives the values for the two variables on the constructor and implements two accessor methods for getting the value of the first and second variables, by reference.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the above class, with various data types for the two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762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1093</TotalTime>
  <Words>181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Calibri Light</vt:lpstr>
      <vt:lpstr>Courier New</vt:lpstr>
      <vt:lpstr>Wingdings</vt:lpstr>
      <vt:lpstr>Retrospect</vt:lpstr>
      <vt:lpstr>Templates</vt:lpstr>
      <vt:lpstr>Exercise 1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316</cp:revision>
  <dcterms:created xsi:type="dcterms:W3CDTF">2016-08-30T09:20:13Z</dcterms:created>
  <dcterms:modified xsi:type="dcterms:W3CDTF">2025-08-24T15:08:44Z</dcterms:modified>
</cp:coreProperties>
</file>