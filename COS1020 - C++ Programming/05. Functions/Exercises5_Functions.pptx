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9"/>
  </p:notesMasterIdLst>
  <p:sldIdLst>
    <p:sldId id="286" r:id="rId2"/>
    <p:sldId id="287" r:id="rId3"/>
    <p:sldId id="303" r:id="rId4"/>
    <p:sldId id="341" r:id="rId5"/>
    <p:sldId id="343" r:id="rId6"/>
    <p:sldId id="344" r:id="rId7"/>
    <p:sldId id="34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303"/>
            <p14:sldId id="341"/>
            <p14:sldId id="34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989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Top-Down Design with Functions and Classes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3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34131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b="1" dirty="0"/>
                  <a:t>Problem:</a:t>
                </a:r>
                <a:r>
                  <a:rPr lang="en-US" sz="3200" dirty="0"/>
                  <a:t> Write a function to calculate the length of the hypotenuse of a Pythagorean triangle.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b="1" dirty="0"/>
                  <a:t>Input:</a:t>
                </a:r>
                <a:r>
                  <a:rPr lang="en-US" sz="3200" dirty="0"/>
                  <a:t> Two sides – </a:t>
                </a:r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US" sz="3200" dirty="0"/>
                  <a:t> and </a:t>
                </a:r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b="1" dirty="0"/>
                  <a:t>Output: </a:t>
                </a:r>
                <a:r>
                  <a:rPr lang="en-US" sz="3200" dirty="0"/>
                  <a:t>One value – hypotenuse length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altLang="bg-BG" sz="3200" dirty="0"/>
                  <a:t>Hypotenuse 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bg-BG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bg-BG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bg-BG" sz="3200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bg-BG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bg-BG" sz="3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bg-BG" sz="3200" i="1" baseline="30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en-US" sz="3000" b="1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b="1" dirty="0"/>
                  <a:t>NEXT: </a:t>
                </a:r>
                <a:r>
                  <a:rPr lang="en-US" sz="3200" dirty="0"/>
                  <a:t>Write a program to collect the lengths of the two sides from the user, call this function to calculate the hypotenuse and finally display the result on the screen.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341310"/>
              </a:xfrm>
              <a:blipFill rotWithShape="0">
                <a:blip r:embed="rId2"/>
                <a:stretch>
                  <a:fillRect l="-2242" t="-2949" b="-26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58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131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 </a:t>
            </a:r>
            <a:r>
              <a:rPr lang="en-US" sz="3200" dirty="0"/>
              <a:t>Write two functions that c</a:t>
            </a:r>
            <a:r>
              <a:rPr lang="en-US" altLang="bg-BG" sz="3200" dirty="0"/>
              <a:t>ompute the perimeter and area of a rectangle.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Input: </a:t>
            </a:r>
            <a:r>
              <a:rPr lang="en-US" altLang="bg-BG" sz="3200" dirty="0"/>
              <a:t>Two rectangle dimensions –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bg-BG" sz="3200" dirty="0"/>
              <a:t> and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bg-BG" sz="3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Output: </a:t>
            </a:r>
            <a:r>
              <a:rPr lang="en-US" sz="3200" dirty="0"/>
              <a:t>Two values: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Perimeter 	p = 2 * a + 2 * b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Area		s  = a * 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NEXT:</a:t>
            </a:r>
            <a:r>
              <a:rPr lang="en-US" sz="3200" dirty="0"/>
              <a:t> Write a program to request two numbers from the user, execute the two functions and display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9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Exercise 3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923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Implement a function to calculate the pay-raise for a person, given his annual salary. The function should receive the annual salary as its only parameter and return the computed salary for the next year.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People earning less than $40,000 will receive a 5% raise and those earning $40,000 or more will receive a raise of $2,000 plus 2% of the amount over $40,000.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read a salary amount from the user and display the estimated salary for next year.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6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Exercise 4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431332" cy="4429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function that computes the factorial of a number. The factorial of a number, represented by </a:t>
            </a:r>
            <a:r>
              <a:rPr lang="en-US" sz="3000" b="1" dirty="0"/>
              <a:t>N!</a:t>
            </a:r>
            <a:r>
              <a:rPr lang="en-US" sz="3000" dirty="0"/>
              <a:t> is the product of that number with all numbers less than it and greater than 1.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For example: </a:t>
            </a:r>
            <a:r>
              <a:rPr lang="en-US" sz="3000" b="1" dirty="0"/>
              <a:t>5!</a:t>
            </a:r>
            <a:r>
              <a:rPr lang="en-US" sz="3000" dirty="0"/>
              <a:t> = 5 x 4 x 3 x 2</a:t>
            </a:r>
          </a:p>
          <a:p>
            <a:pPr marL="201168" lvl="1" indent="0">
              <a:buNone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3000" dirty="0"/>
              <a:t> function to test the above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6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Exercise 5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function called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sumEvenRange</a:t>
            </a:r>
            <a:r>
              <a:rPr lang="en-US" sz="3000" dirty="0"/>
              <a:t>, which accepts as parameters the start and end of a given range, and returns the sum of all even numbers in that inclusive range.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ask the user for two numbers to use as ranges and display the sum computed by the above function.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If the range is invalid (start &gt;= end) the program should display an error. 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3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function that accepts four integer parameters and returns the largest of them as a result.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ask the user for four integers and use the above function to get and display the maximum.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057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2430</TotalTime>
  <Words>463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Calibri Light</vt:lpstr>
      <vt:lpstr>Cambria Math</vt:lpstr>
      <vt:lpstr>Courier New</vt:lpstr>
      <vt:lpstr>Wingdings</vt:lpstr>
      <vt:lpstr>Retrospect</vt:lpstr>
      <vt:lpstr>Top-Down Design with Functions and Classes</vt:lpstr>
      <vt:lpstr>Exercise 1</vt:lpstr>
      <vt:lpstr>Exercise 2</vt:lpstr>
      <vt:lpstr>Exercise 3</vt:lpstr>
      <vt:lpstr>Exercise 4</vt:lpstr>
      <vt:lpstr>Exercise 5</vt:lpstr>
      <vt:lpstr>Exercise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723</cp:revision>
  <dcterms:created xsi:type="dcterms:W3CDTF">2016-08-30T09:20:13Z</dcterms:created>
  <dcterms:modified xsi:type="dcterms:W3CDTF">2025-10-04T07:21:40Z</dcterms:modified>
</cp:coreProperties>
</file>