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6"/>
  </p:notesMasterIdLst>
  <p:sldIdLst>
    <p:sldId id="286" r:id="rId2"/>
    <p:sldId id="298" r:id="rId3"/>
    <p:sldId id="339" r:id="rId4"/>
    <p:sldId id="33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98"/>
            <p14:sldId id="339"/>
            <p14:sldId id="3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0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Inheritance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10 – C++ for Everyone, Cay Horstmann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295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Implement a base class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en-US" sz="3000" dirty="0"/>
              <a:t> and two classes deriving from it –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sz="3000" dirty="0"/>
              <a:t> and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Instructor</a:t>
            </a:r>
            <a:r>
              <a:rPr lang="en-US" sz="30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A </a:t>
            </a:r>
            <a:r>
              <a:rPr lang="en-US" sz="3000" b="1" dirty="0"/>
              <a:t>Person</a:t>
            </a:r>
            <a:r>
              <a:rPr lang="en-US" sz="3000" dirty="0"/>
              <a:t> has a </a:t>
            </a:r>
            <a:r>
              <a:rPr lang="en-US" sz="3000" i="1" dirty="0"/>
              <a:t>name</a:t>
            </a:r>
            <a:r>
              <a:rPr lang="en-US" sz="3000" dirty="0"/>
              <a:t> and </a:t>
            </a:r>
            <a:r>
              <a:rPr lang="en-US" sz="3000" i="1" dirty="0"/>
              <a:t>address</a:t>
            </a:r>
            <a:r>
              <a:rPr lang="en-US" sz="3000" dirty="0"/>
              <a:t> (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strings</a:t>
            </a:r>
            <a:r>
              <a:rPr lang="en-US" sz="3000" dirty="0"/>
              <a:t>).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A </a:t>
            </a:r>
            <a:r>
              <a:rPr lang="en-US" sz="3000" b="1" dirty="0"/>
              <a:t>Student</a:t>
            </a:r>
            <a:r>
              <a:rPr lang="en-US" sz="3000" dirty="0"/>
              <a:t> has a </a:t>
            </a:r>
            <a:r>
              <a:rPr lang="en-US" sz="3000" i="1" dirty="0"/>
              <a:t>major</a:t>
            </a:r>
            <a:r>
              <a:rPr lang="en-US" sz="3000" dirty="0"/>
              <a:t> (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3000" dirty="0"/>
              <a:t>) and an </a:t>
            </a:r>
            <a:r>
              <a:rPr lang="en-US" sz="3000" b="1" dirty="0"/>
              <a:t>Instructor</a:t>
            </a:r>
            <a:r>
              <a:rPr lang="en-US" sz="3000" dirty="0"/>
              <a:t> has </a:t>
            </a:r>
            <a:r>
              <a:rPr lang="en-US" sz="3000" i="1" dirty="0"/>
              <a:t>experience</a:t>
            </a:r>
            <a:r>
              <a:rPr lang="en-US" sz="3000" dirty="0"/>
              <a:t> (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3000" dirty="0"/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Write the required constructors, and a member function that displays the instance variables for all classes.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74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295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Create base class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Fruit</a:t>
            </a:r>
            <a:r>
              <a:rPr lang="en-US" sz="3000" dirty="0"/>
              <a:t>, which has data members color and taste. Provide getters and setters for the data members. Add one more method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display</a:t>
            </a:r>
            <a:r>
              <a:rPr lang="en-US" sz="3000" dirty="0"/>
              <a:t> that displays all the data members.</a:t>
            </a:r>
            <a:endParaRPr lang="en-US" sz="3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Then create class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Apple</a:t>
            </a:r>
            <a:r>
              <a:rPr lang="en-US" sz="3000" dirty="0"/>
              <a:t> and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Grapefruit</a:t>
            </a:r>
            <a:r>
              <a:rPr lang="en-US" sz="3000" dirty="0"/>
              <a:t> which inherit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Fruit </a:t>
            </a:r>
            <a:r>
              <a:rPr lang="en-US" sz="3000" dirty="0"/>
              <a:t>and override the display method to include the type of the fruit </a:t>
            </a:r>
            <a:r>
              <a:rPr lang="mr-IN" sz="3000" dirty="0"/>
              <a:t>–</a:t>
            </a:r>
            <a:r>
              <a:rPr lang="en-US" sz="3000" dirty="0"/>
              <a:t> Apple, Grapefruit,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295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Create class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n-US" sz="3000" dirty="0"/>
              <a:t> with two abstract methods - </a:t>
            </a: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US" sz="3000" dirty="0"/>
              <a:t> and </a:t>
            </a: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getPerimeter</a:t>
            </a:r>
            <a:r>
              <a:rPr lang="en-US" sz="3000" dirty="0"/>
              <a:t>.</a:t>
            </a:r>
            <a:r>
              <a:rPr lang="bg-BG" sz="3000" dirty="0"/>
              <a:t> </a:t>
            </a:r>
            <a:endParaRPr lang="en-US" sz="3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Then create class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sz="3000" dirty="0"/>
              <a:t>, which inherits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n-US" sz="3000" dirty="0"/>
              <a:t>. Add one data item – x. Provide a setter (include validations) and a getter. Provide implementation for the abstract methods.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Then create class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Rectangle</a:t>
            </a:r>
            <a:r>
              <a:rPr lang="en-US" sz="3000" dirty="0"/>
              <a:t>, which inherits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Square.</a:t>
            </a:r>
            <a:r>
              <a:rPr lang="en-US" sz="3000" dirty="0"/>
              <a:t> Add one more data item – y. Provide a setter (include validations) and a getter. Provide implementation for </a:t>
            </a:r>
            <a:r>
              <a:rPr lang="en-US" sz="3000" dirty="0" err="1"/>
              <a:t>getArea</a:t>
            </a:r>
            <a:r>
              <a:rPr lang="en-US" sz="3000" dirty="0"/>
              <a:t> and </a:t>
            </a:r>
            <a:r>
              <a:rPr lang="en-US" sz="3000" dirty="0" err="1"/>
              <a:t>getPerimeter</a:t>
            </a:r>
            <a:r>
              <a:rPr lang="en-US" sz="30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1291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2038</TotalTime>
  <Words>234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Calibri Light</vt:lpstr>
      <vt:lpstr>Courier New</vt:lpstr>
      <vt:lpstr>Wingdings</vt:lpstr>
      <vt:lpstr>Retrospect</vt:lpstr>
      <vt:lpstr>Inheritance</vt:lpstr>
      <vt:lpstr>Exercise 1</vt:lpstr>
      <vt:lpstr>Exercise 2</vt:lpstr>
      <vt:lpstr>Exercise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693</cp:revision>
  <dcterms:created xsi:type="dcterms:W3CDTF">2016-08-30T09:20:13Z</dcterms:created>
  <dcterms:modified xsi:type="dcterms:W3CDTF">2025-11-21T14:30:50Z</dcterms:modified>
</cp:coreProperties>
</file>