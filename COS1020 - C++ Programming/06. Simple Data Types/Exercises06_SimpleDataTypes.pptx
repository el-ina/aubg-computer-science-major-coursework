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5"/>
  </p:notesMasterIdLst>
  <p:sldIdLst>
    <p:sldId id="286" r:id="rId2"/>
    <p:sldId id="287" r:id="rId3"/>
    <p:sldId id="30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762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Data Types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7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r>
              <a:rPr lang="en-US" sz="3000" dirty="0"/>
              <a:t> Write a function that accepts a string parameter and returns another string, which includes only the upper-case letters from that parameter.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Example:</a:t>
            </a:r>
            <a:r>
              <a:rPr lang="en-US" sz="3200" dirty="0"/>
              <a:t> An input of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"Hello World (2017)!" </a:t>
            </a:r>
            <a:r>
              <a:rPr lang="en-US" sz="3200" dirty="0"/>
              <a:t>should return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"HW"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Write a program to read a string from the user, pass it to the above function and display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r>
              <a:rPr lang="en-US" sz="3000" dirty="0"/>
              <a:t> Create </a:t>
            </a:r>
            <a:r>
              <a:rPr lang="en-US" sz="3000" b="1" dirty="0" err="1">
                <a:solidFill>
                  <a:srgbClr val="0070C0"/>
                </a:solidFill>
              </a:rPr>
              <a:t>enum</a:t>
            </a:r>
            <a:r>
              <a:rPr lang="en-US" sz="3000" dirty="0"/>
              <a:t> product that could have the following values bread, milk, meat, vegetables.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Write a program to declare a variable of that type, ask the user to enter b (for bread), m (milk), t (for meat), v (for vegetables) and initialize the declared variable with </a:t>
            </a:r>
            <a:r>
              <a:rPr lang="en-US" sz="3200"/>
              <a:t>the respective value. </a:t>
            </a:r>
            <a:r>
              <a:rPr lang="en-US" sz="3200" dirty="0"/>
              <a:t>Then print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385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2002</TotalTime>
  <Words>167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Calibri Light</vt:lpstr>
      <vt:lpstr>Courier New</vt:lpstr>
      <vt:lpstr>Wingdings</vt:lpstr>
      <vt:lpstr>Retrospect</vt:lpstr>
      <vt:lpstr>Simple Data Types</vt:lpstr>
      <vt:lpstr>Exercise 1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389</cp:revision>
  <dcterms:created xsi:type="dcterms:W3CDTF">2016-08-30T09:20:13Z</dcterms:created>
  <dcterms:modified xsi:type="dcterms:W3CDTF">2025-08-24T11:34:32Z</dcterms:modified>
</cp:coreProperties>
</file>