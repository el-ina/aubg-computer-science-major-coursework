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6"/>
  </p:notesMasterIdLst>
  <p:sldIdLst>
    <p:sldId id="286" r:id="rId2"/>
    <p:sldId id="287" r:id="rId3"/>
    <p:sldId id="310" r:id="rId4"/>
    <p:sldId id="31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10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Pointers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13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the definition of the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change</a:t>
            </a:r>
            <a:r>
              <a:rPr lang="en-US" sz="3000" dirty="0"/>
              <a:t> function below, which will be used to swap the values of two integer variables, given two pointers:</a:t>
            </a:r>
          </a:p>
          <a:p>
            <a:pPr marL="201168" lvl="1" indent="0">
              <a:spcBef>
                <a:spcPts val="24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change(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that function.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the definition of the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change</a:t>
            </a:r>
            <a:r>
              <a:rPr lang="en-US" sz="3000" dirty="0"/>
              <a:t> function below, which will be used to swap the values of two integer variables:</a:t>
            </a:r>
          </a:p>
          <a:p>
            <a:pPr marL="201168" lvl="1" indent="0">
              <a:spcBef>
                <a:spcPts val="24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change(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201168" lvl="1" indent="0">
              <a:spcBef>
                <a:spcPts val="2400"/>
              </a:spcBef>
              <a:buNone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that function.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5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the definition of the </a:t>
            </a:r>
            <a:r>
              <a:rPr lang="en-US" sz="3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printArray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000"/>
              <a:t>function </a:t>
            </a:r>
            <a:r>
              <a:rPr lang="en-US" sz="3000" dirty="0"/>
              <a:t>below, which will be used to print all the elements in the array:</a:t>
            </a:r>
          </a:p>
          <a:p>
            <a:pPr marL="201168" lvl="1" indent="0">
              <a:spcBef>
                <a:spcPts val="2400"/>
              </a:spcBef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printArray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size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201168" lvl="1" indent="0">
              <a:spcBef>
                <a:spcPts val="2400"/>
              </a:spcBef>
              <a:buNone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that function.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979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1171</TotalTime>
  <Words>171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Calibri Light</vt:lpstr>
      <vt:lpstr>Consolas</vt:lpstr>
      <vt:lpstr>Courier New</vt:lpstr>
      <vt:lpstr>Wingdings</vt:lpstr>
      <vt:lpstr>Retrospect</vt:lpstr>
      <vt:lpstr>Pointers</vt:lpstr>
      <vt:lpstr>Exercise 1</vt:lpstr>
      <vt:lpstr>Exercise 2</vt:lpstr>
      <vt:lpstr>Exercise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444</cp:revision>
  <dcterms:created xsi:type="dcterms:W3CDTF">2016-08-30T09:20:13Z</dcterms:created>
  <dcterms:modified xsi:type="dcterms:W3CDTF">2025-11-12T12:37:54Z</dcterms:modified>
</cp:coreProperties>
</file>