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7" r:id="rId1"/>
  </p:sldMasterIdLst>
  <p:notesMasterIdLst>
    <p:notesMasterId r:id="rId8"/>
  </p:notesMasterIdLst>
  <p:sldIdLst>
    <p:sldId id="286" r:id="rId2"/>
    <p:sldId id="287" r:id="rId3"/>
    <p:sldId id="338" r:id="rId4"/>
    <p:sldId id="337" r:id="rId5"/>
    <p:sldId id="352" r:id="rId6"/>
    <p:sldId id="35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FB5EF83-756C-426D-AECA-1BE000ACBC00}">
          <p14:sldIdLst>
            <p14:sldId id="286"/>
            <p14:sldId id="287"/>
            <p14:sldId id="338"/>
            <p14:sldId id="337"/>
            <p14:sldId id="352"/>
            <p14:sldId id="3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3" autoAdjust="0"/>
    <p:restoredTop sz="94674" autoAdjust="0"/>
  </p:normalViewPr>
  <p:slideViewPr>
    <p:cSldViewPr snapToGrid="0">
      <p:cViewPr varScale="1">
        <p:scale>
          <a:sx n="78" d="100"/>
          <a:sy n="78" d="100"/>
        </p:scale>
        <p:origin x="859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14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62BCD8-DC8B-4E4A-9B40-F477CC87843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CAA3A9-E441-4BC6-80B0-357EE149B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663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AA3A9-E441-4BC6-80B0-357EE149B20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0188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AA3A9-E441-4BC6-80B0-357EE149B20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473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DF588-0E65-402C-A793-16E0D2ECAA48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85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EE1C6-3CA3-41B1-A6D0-C44E4BC7ACC0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980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4C14B-91C6-4886-AADB-CB635E47760F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0360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507AF-1767-4BF4-A25A-D8AE47393577}" type="datetime1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083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5E320-A9F7-4C71-A5DC-9BB9B8110195}" type="datetime1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27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D098-881F-47B3-9FD2-4A7A0B87D037}" type="datetime1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077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B7B2-5A60-4FFD-A166-CE1849FA023E}" type="datetime1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546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8BCFAB1-EAD0-44BA-92C4-C758F81FD67F}" type="datetime1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96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87054-7BF2-4CC3-8073-237AEDCFE19E}" type="datetime1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363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8DACC-C1E5-44C5-9CEA-A1C49DFCD750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408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412D7-194C-44A6-8DE3-810611688ABF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087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580B9AF-E85D-4F9C-8FC5-BD16A590FCDC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278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8" r:id="rId1"/>
    <p:sldLayoutId id="2147484039" r:id="rId2"/>
    <p:sldLayoutId id="2147484040" r:id="rId3"/>
    <p:sldLayoutId id="2147484041" r:id="rId4"/>
    <p:sldLayoutId id="2147484042" r:id="rId5"/>
    <p:sldLayoutId id="2147484043" r:id="rId6"/>
    <p:sldLayoutId id="2147484044" r:id="rId7"/>
    <p:sldLayoutId id="2147484045" r:id="rId8"/>
    <p:sldLayoutId id="2147484046" r:id="rId9"/>
    <p:sldLayoutId id="2147484047" r:id="rId10"/>
    <p:sldLayoutId id="2147484048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Object-Oriented Programming</a:t>
            </a:r>
            <a:endParaRPr lang="bg-B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792780"/>
          </a:xfrm>
        </p:spPr>
        <p:txBody>
          <a:bodyPr>
            <a:normAutofit/>
          </a:bodyPr>
          <a:lstStyle/>
          <a:p>
            <a:r>
              <a:rPr lang="en-US" dirty="0"/>
              <a:t>COS 1020 C++ Programming</a:t>
            </a:r>
          </a:p>
          <a:p>
            <a:r>
              <a:rPr lang="en-US" dirty="0"/>
              <a:t>AUBG COS Department</a:t>
            </a:r>
          </a:p>
          <a:p>
            <a:r>
              <a:rPr lang="en-US" dirty="0"/>
              <a:t>Based on chapter 10 – problem solving, abstraction and design using C++, Friedman &amp; Koffman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323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1163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Problem: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Write a class named </a:t>
            </a:r>
            <a:r>
              <a:rPr lang="en-US" sz="3000" b="1" dirty="0"/>
              <a:t>Divider</a:t>
            </a:r>
            <a:r>
              <a:rPr lang="en-US" sz="3000" dirty="0"/>
              <a:t>. The class should have two data attributes – </a:t>
            </a:r>
            <a:r>
              <a:rPr lang="en-US" sz="3000" b="1" dirty="0"/>
              <a:t>numerator</a:t>
            </a:r>
            <a:r>
              <a:rPr lang="en-US" sz="3000" dirty="0"/>
              <a:t> and </a:t>
            </a:r>
            <a:r>
              <a:rPr lang="en-US" sz="3000" b="1" dirty="0"/>
              <a:t>denominator</a:t>
            </a:r>
            <a:r>
              <a:rPr lang="en-US" sz="3000" dirty="0"/>
              <a:t>, and a function called </a:t>
            </a:r>
            <a:r>
              <a:rPr lang="en-US" sz="3000" b="1" dirty="0"/>
              <a:t>result()</a:t>
            </a:r>
            <a:r>
              <a:rPr lang="en-US" sz="3000" dirty="0"/>
              <a:t>, which should compute and return the result of the division operation.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3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Create a program that reads two numbers from the user, instantiates the class and outputs the result.</a:t>
            </a:r>
            <a:endParaRPr lang="bg-BG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84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1163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Problem: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Write class </a:t>
            </a:r>
            <a:r>
              <a:rPr lang="en-US" sz="3000" b="1" dirty="0"/>
              <a:t>Circle </a:t>
            </a:r>
            <a:r>
              <a:rPr lang="en-US" sz="3000" dirty="0"/>
              <a:t>that has just one data attribute </a:t>
            </a:r>
            <a:r>
              <a:rPr lang="en-US" sz="3000" b="1" dirty="0"/>
              <a:t>radius</a:t>
            </a:r>
            <a:r>
              <a:rPr lang="en-US" sz="3000" dirty="0"/>
              <a:t>, setter and getter for the radius and two member functions </a:t>
            </a:r>
            <a:r>
              <a:rPr lang="mr-IN" sz="3000" dirty="0"/>
              <a:t>–</a:t>
            </a:r>
            <a:r>
              <a:rPr lang="en-US" sz="3000" dirty="0"/>
              <a:t> </a:t>
            </a:r>
            <a:r>
              <a:rPr lang="en-US" sz="3000" dirty="0" err="1"/>
              <a:t>getArea</a:t>
            </a:r>
            <a:r>
              <a:rPr lang="en-US" sz="3000" dirty="0"/>
              <a:t> and </a:t>
            </a:r>
            <a:r>
              <a:rPr lang="en-US" sz="3000" dirty="0" err="1"/>
              <a:t>getPerimeter</a:t>
            </a:r>
            <a:r>
              <a:rPr lang="en-US" sz="3000" dirty="0"/>
              <a:t>.</a:t>
            </a:r>
            <a:endParaRPr lang="en-US" sz="3000" b="1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3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Create a program that reads one number from the user, instantiates the class and outputs the result </a:t>
            </a:r>
            <a:r>
              <a:rPr lang="mr-IN" sz="3000" dirty="0"/>
              <a:t>–</a:t>
            </a:r>
            <a:r>
              <a:rPr lang="en-US" sz="3000" dirty="0"/>
              <a:t> invoke each  of the member functions.</a:t>
            </a:r>
            <a:endParaRPr lang="bg-BG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100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Exercise 3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847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Problem: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Create a class named </a:t>
            </a:r>
            <a:r>
              <a:rPr lang="en-US" sz="3000" b="1" dirty="0"/>
              <a:t>Student</a:t>
            </a:r>
            <a:r>
              <a:rPr lang="en-US" sz="3000" dirty="0"/>
              <a:t> that has members for storing the </a:t>
            </a:r>
            <a:r>
              <a:rPr lang="en-US" sz="3000" b="1" dirty="0"/>
              <a:t>name</a:t>
            </a:r>
            <a:r>
              <a:rPr lang="en-US" sz="3000" dirty="0"/>
              <a:t>, </a:t>
            </a:r>
            <a:r>
              <a:rPr lang="en-US" sz="3000" b="1" dirty="0"/>
              <a:t>quizzes</a:t>
            </a:r>
            <a:r>
              <a:rPr lang="en-US" sz="3000" dirty="0"/>
              <a:t> and </a:t>
            </a:r>
            <a:r>
              <a:rPr lang="en-US" sz="3000" b="1" dirty="0"/>
              <a:t>exams</a:t>
            </a:r>
            <a:r>
              <a:rPr lang="en-US" sz="3000" dirty="0"/>
              <a:t> points. Add a </a:t>
            </a:r>
            <a:r>
              <a:rPr lang="en-US" sz="3000" dirty="0" err="1"/>
              <a:t>getFinal</a:t>
            </a:r>
            <a:r>
              <a:rPr lang="en-US" sz="3000" dirty="0"/>
              <a:t>() function to calculate and return the final grade of the student where quizzes are 40% and exams make 60% of that grade.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Create a program that declares and initializes an array of 5 </a:t>
            </a:r>
            <a:r>
              <a:rPr lang="en-US" sz="3000" b="1" dirty="0"/>
              <a:t>Student </a:t>
            </a:r>
            <a:r>
              <a:rPr lang="en-US" sz="3000" dirty="0"/>
              <a:t>instances with some data.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Display a table on the screen containing all student names and final grades on separate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357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4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84737"/>
          </a:xfrm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Problem: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Create a class named </a:t>
            </a:r>
            <a:r>
              <a:rPr lang="en-US" sz="3000" b="1" dirty="0"/>
              <a:t>Triangle</a:t>
            </a:r>
            <a:r>
              <a:rPr lang="en-US" sz="3000" dirty="0"/>
              <a:t> that has members for storing the sides – </a:t>
            </a:r>
            <a:r>
              <a:rPr lang="en-US" sz="3000" dirty="0" err="1"/>
              <a:t>sideA</a:t>
            </a:r>
            <a:r>
              <a:rPr lang="en-US" sz="3000" dirty="0"/>
              <a:t>, </a:t>
            </a:r>
            <a:r>
              <a:rPr lang="en-US" sz="3000" dirty="0" err="1"/>
              <a:t>sideB</a:t>
            </a:r>
            <a:r>
              <a:rPr lang="en-US" sz="3000" dirty="0"/>
              <a:t>, </a:t>
            </a:r>
            <a:r>
              <a:rPr lang="en-US" sz="3000" dirty="0" err="1"/>
              <a:t>sideC</a:t>
            </a:r>
            <a:r>
              <a:rPr lang="en-US" sz="3000" dirty="0"/>
              <a:t>. Add a private </a:t>
            </a:r>
            <a:r>
              <a:rPr lang="en-US" sz="3000" dirty="0" err="1"/>
              <a:t>boolean</a:t>
            </a:r>
            <a:r>
              <a:rPr lang="en-US" sz="3000" dirty="0"/>
              <a:t> method </a:t>
            </a:r>
            <a:r>
              <a:rPr lang="en-US" sz="3000" dirty="0" err="1"/>
              <a:t>isValid</a:t>
            </a:r>
            <a:r>
              <a:rPr lang="en-US" sz="3000" dirty="0"/>
              <a:t> that should check whether the triangle is valid. Get also public method </a:t>
            </a:r>
            <a:r>
              <a:rPr lang="en-US" sz="3000" dirty="0" err="1"/>
              <a:t>getType</a:t>
            </a:r>
            <a:r>
              <a:rPr lang="en-US" sz="3000" dirty="0"/>
              <a:t> that should return the following types – invalid, equilateral, isosceles, scalene. Add </a:t>
            </a:r>
            <a:r>
              <a:rPr lang="en-US" sz="3000" dirty="0" err="1"/>
              <a:t>getPerimeter</a:t>
            </a:r>
            <a:r>
              <a:rPr lang="en-US" sz="3000" dirty="0"/>
              <a:t> method that returns the perimeter if the triangle is valid and 0 otherwise.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Create a program that declares and initializes an array of 4 </a:t>
            </a:r>
            <a:r>
              <a:rPr lang="en-US" sz="3000" b="1" dirty="0"/>
              <a:t>Triangle </a:t>
            </a:r>
            <a:r>
              <a:rPr lang="en-US" sz="3000" dirty="0"/>
              <a:t>instances with some data (one for each type).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Display a message with their type and perimeter for the valid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59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8BE5B-5B70-4C43-9C65-2AB889907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5</a:t>
            </a:r>
            <a:endParaRPr lang="en-B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AE96E-5EFE-4F42-991B-44351E4B52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Problem: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Create a class named </a:t>
            </a:r>
            <a:r>
              <a:rPr lang="en-US" sz="3000" b="1" dirty="0"/>
              <a:t>Point</a:t>
            </a:r>
            <a:r>
              <a:rPr lang="en-US" sz="3000" dirty="0"/>
              <a:t> that has a two members for storing x and y.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Include getter/setter</a:t>
            </a:r>
            <a:endParaRPr lang="en-BG" sz="3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BG" sz="3000" dirty="0"/>
              <a:t>Include method that calculates the distance between </a:t>
            </a:r>
            <a:r>
              <a:rPr lang="en-BG" sz="3000"/>
              <a:t>two points – double calcDistance(const Point&amp;)</a:t>
            </a:r>
            <a:endParaRPr lang="en-BG" sz="3000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BG" sz="2600" dirty="0"/>
              <a:t>formula:                                              </a:t>
            </a:r>
            <a:endParaRPr lang="en-B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DCD6D-8CA5-6F44-83E3-DB4868C28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CCA40D-EB45-4E4A-90C2-06213F95AA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4939" y="4516868"/>
            <a:ext cx="28448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05342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3527</TotalTime>
  <Words>386</Words>
  <Application>Microsoft Office PowerPoint</Application>
  <PresentationFormat>Widescreen</PresentationFormat>
  <Paragraphs>38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Calibri</vt:lpstr>
      <vt:lpstr>Calibri Light</vt:lpstr>
      <vt:lpstr>Wingdings</vt:lpstr>
      <vt:lpstr>Retrospect</vt:lpstr>
      <vt:lpstr>Object-Oriented Programming</vt:lpstr>
      <vt:lpstr>Exercise 1</vt:lpstr>
      <vt:lpstr>Exercise 2</vt:lpstr>
      <vt:lpstr>Exercise 3</vt:lpstr>
      <vt:lpstr>Exercise 4</vt:lpstr>
      <vt:lpstr>Exercise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 110 Visual Basic Programming AUBG Fall Semester 2016</dc:title>
  <dc:creator>mugen</dc:creator>
  <cp:lastModifiedBy>Kalin Dimitrov</cp:lastModifiedBy>
  <cp:revision>671</cp:revision>
  <dcterms:created xsi:type="dcterms:W3CDTF">2016-08-30T09:20:13Z</dcterms:created>
  <dcterms:modified xsi:type="dcterms:W3CDTF">2025-11-15T15:05:28Z</dcterms:modified>
</cp:coreProperties>
</file>