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"/>
  </p:notesMasterIdLst>
  <p:sldIdLst>
    <p:sldId id="286" r:id="rId2"/>
    <p:sldId id="287" r:id="rId3"/>
    <p:sldId id="34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 Overloading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11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870603" cy="44295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500" b="1" dirty="0"/>
              <a:t>Problem: </a:t>
            </a:r>
            <a:r>
              <a:rPr lang="en-US" sz="3500" dirty="0"/>
              <a:t>Write a class called </a:t>
            </a:r>
            <a:r>
              <a:rPr lang="en-US" sz="35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3500" dirty="0"/>
              <a:t>, defining the proper members that will make the following code work: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e1(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"John Smith"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30);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2B91AF"/>
                </a:solidFill>
                <a:latin typeface="Consolas" panose="020B0609020204030204" pitchFamily="49" charset="0"/>
              </a:rPr>
              <a:t>	Employee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e2(</a:t>
            </a:r>
            <a:r>
              <a:rPr lang="pt-BR" sz="2400" dirty="0">
                <a:solidFill>
                  <a:srgbClr val="A31515"/>
                </a:solidFill>
                <a:latin typeface="Consolas" panose="020B0609020204030204" pitchFamily="49" charset="0"/>
              </a:rPr>
              <a:t>"Jane Doe"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, 25);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(e1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e2)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e1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is younger"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e2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is younger"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870603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500" b="1" dirty="0"/>
              <a:t>Problem: </a:t>
            </a:r>
            <a:r>
              <a:rPr lang="en-US" sz="3500" dirty="0"/>
              <a:t>Create a class Location with two data items x and 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/>
              <a:t>Overload operator==, operator=, operator+.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/>
              <a:t>Create friend </a:t>
            </a:r>
            <a:r>
              <a:rPr lang="en-US" sz="3500"/>
              <a:t>functions for </a:t>
            </a:r>
            <a:r>
              <a:rPr lang="en-US" sz="3500" dirty="0"/>
              <a:t>operator&lt;&lt; and operator&gt;&gt;.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/>
              <a:t>Write a program to test that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416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1282</TotalTime>
  <Words>151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Calibri Light</vt:lpstr>
      <vt:lpstr>Consolas</vt:lpstr>
      <vt:lpstr>Courier New</vt:lpstr>
      <vt:lpstr>Wingdings</vt:lpstr>
      <vt:lpstr>Retrospect</vt:lpstr>
      <vt:lpstr>Operator Overloading</vt:lpstr>
      <vt:lpstr>Exercise 1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456</cp:revision>
  <dcterms:created xsi:type="dcterms:W3CDTF">2016-08-30T09:20:13Z</dcterms:created>
  <dcterms:modified xsi:type="dcterms:W3CDTF">2025-12-01T05:52:00Z</dcterms:modified>
</cp:coreProperties>
</file>