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8"/>
  </p:notesMasterIdLst>
  <p:sldIdLst>
    <p:sldId id="286" r:id="rId2"/>
    <p:sldId id="287" r:id="rId3"/>
    <p:sldId id="318" r:id="rId4"/>
    <p:sldId id="319" r:id="rId5"/>
    <p:sldId id="335" r:id="rId6"/>
    <p:sldId id="33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7"/>
            <p14:sldId id="318"/>
            <p14:sldId id="319"/>
            <p14:sldId id="335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and Structs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9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Create a program to calculate and display the average of all numbers stored in an array of integers.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/>
              <a:t>NOTE:</a:t>
            </a:r>
            <a:r>
              <a:rPr lang="en-US" sz="3000" dirty="0"/>
              <a:t> You can initialize an array with custom numbers in the initializer list.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to count the numbers in an integer array having a value greater than 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/>
              <a:t>HINT:</a:t>
            </a:r>
            <a:r>
              <a:rPr lang="en-US" sz="3000" dirty="0"/>
              <a:t> You will need to pass the array and its size as the function parameters.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declare and initialize an array of positive and negative integers, call the above function and display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8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to calculate and return the sum of odd elements stored in an array.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test the above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0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4887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  <a:r>
              <a:rPr lang="en-US" sz="32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</a:t>
            </a:r>
            <a:r>
              <a:rPr lang="en-US" sz="2800" dirty="0"/>
              <a:t>program that declares a 10x10 two-dimensional array and initializes it with the multiplication table, using loops. Each cell should equal the row number multiplied with the column number – both having possible values from 1 to 10.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function that receives the above two-dimensional array as a parameter and prints it on the display as a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9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68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define a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3000" dirty="0"/>
              <a:t> named </a:t>
            </a:r>
            <a:r>
              <a:rPr lang="en-US" sz="3000" b="1" dirty="0"/>
              <a:t>person</a:t>
            </a:r>
            <a:r>
              <a:rPr lang="en-US" sz="3000" dirty="0"/>
              <a:t>, which has the following field members: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name </a:t>
            </a:r>
            <a:r>
              <a:rPr lang="en-US" sz="2600" dirty="0"/>
              <a:t>– the person’s name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age </a:t>
            </a:r>
            <a:r>
              <a:rPr lang="en-US" sz="2600" dirty="0"/>
              <a:t>– the person’s age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Initialize three variables of type person and assign some real values to their members.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Display on the screen the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000" dirty="0"/>
              <a:t> of the person having the largest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sz="3000" dirty="0"/>
              <a:t>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429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2499</TotalTime>
  <Words>295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Courier New</vt:lpstr>
      <vt:lpstr>Wingdings</vt:lpstr>
      <vt:lpstr>Retrospect</vt:lpstr>
      <vt:lpstr>Arrays and Structs</vt:lpstr>
      <vt:lpstr>Exercise 1</vt:lpstr>
      <vt:lpstr>Exercise 2</vt:lpstr>
      <vt:lpstr>Exercise 3</vt:lpstr>
      <vt:lpstr>Exercise 4</vt:lpstr>
      <vt:lpstr>Exercise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731</cp:revision>
  <dcterms:created xsi:type="dcterms:W3CDTF">2016-08-30T09:20:13Z</dcterms:created>
  <dcterms:modified xsi:type="dcterms:W3CDTF">2025-10-11T09:42:13Z</dcterms:modified>
</cp:coreProperties>
</file>