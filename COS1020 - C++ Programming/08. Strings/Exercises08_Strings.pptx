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6"/>
  </p:notesMasterIdLst>
  <p:sldIdLst>
    <p:sldId id="286" r:id="rId2"/>
    <p:sldId id="297" r:id="rId3"/>
    <p:sldId id="287" r:id="rId4"/>
    <p:sldId id="29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97"/>
            <p14:sldId id="287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468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3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4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3 and 9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578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Implement a function to display a C-style string vertically, one character at a line: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void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show_column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[]);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test the above function.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2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833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Implement a function to count and return the length of a C-style string: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string_length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[]);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test the above function.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578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Implement a function to check if a name, passed as a C-style string is valid. A valid name should be between 4 and 20 characters long, should start with a capital letter and contain lower-case letters as the remaining characters: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is_valid_name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 str[]);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test the above function.</a:t>
            </a:r>
            <a:endParaRPr lang="bg-BG" sz="3000" dirty="0"/>
          </a:p>
          <a:p>
            <a:pPr lvl="1">
              <a:buFont typeface="Wingdings" panose="05000000000000000000" pitchFamily="2" charset="2"/>
              <a:buChar char="§"/>
            </a:pP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8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1308</TotalTime>
  <Words>175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Calibri Light</vt:lpstr>
      <vt:lpstr>Courier New</vt:lpstr>
      <vt:lpstr>Wingdings</vt:lpstr>
      <vt:lpstr>Retrospect</vt:lpstr>
      <vt:lpstr>Strings</vt:lpstr>
      <vt:lpstr>Exercise 1</vt:lpstr>
      <vt:lpstr>Exercise 2</vt:lpstr>
      <vt:lpstr>Exercise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406</cp:revision>
  <dcterms:created xsi:type="dcterms:W3CDTF">2016-08-30T09:20:13Z</dcterms:created>
  <dcterms:modified xsi:type="dcterms:W3CDTF">2025-10-25T08:06:05Z</dcterms:modified>
</cp:coreProperties>
</file>