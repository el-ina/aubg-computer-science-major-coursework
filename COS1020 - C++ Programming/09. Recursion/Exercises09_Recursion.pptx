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5"/>
  </p:notesMasterIdLst>
  <p:sldIdLst>
    <p:sldId id="286" r:id="rId2"/>
    <p:sldId id="287" r:id="rId3"/>
    <p:sldId id="29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87"/>
            <p14:sldId id="2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0" autoAdjust="0"/>
    <p:restoredTop sz="94674" autoAdjust="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Recursion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12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recursive function called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multiply</a:t>
            </a:r>
            <a:r>
              <a:rPr lang="en-US" sz="3000" dirty="0"/>
              <a:t> that multiples two integer numbers provided as parameters without using the multiplication operator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30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test this function.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2198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 palindrome is a word spelled exactly the same when the letters are reversed.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Examples are: </a:t>
            </a:r>
            <a:r>
              <a:rPr lang="en-US" sz="3000" i="1" dirty="0"/>
              <a:t>level, deed</a:t>
            </a:r>
            <a:r>
              <a:rPr lang="en-US" sz="3000" dirty="0"/>
              <a:t> and </a:t>
            </a:r>
            <a:r>
              <a:rPr lang="en-US" sz="3000" i="1" dirty="0"/>
              <a:t>mom</a:t>
            </a: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recursive function that returns 1 (true) if a word, passed as an argument, is a palindrome and 0 (false) otherwise.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test that function.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220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2213</TotalTime>
  <Words>125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Calibri</vt:lpstr>
      <vt:lpstr>Calibri Light</vt:lpstr>
      <vt:lpstr>Courier New</vt:lpstr>
      <vt:lpstr>Wingdings</vt:lpstr>
      <vt:lpstr>Retrospect</vt:lpstr>
      <vt:lpstr>Recursion</vt:lpstr>
      <vt:lpstr>Exercise 1</vt:lpstr>
      <vt:lpstr>Exercise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394</cp:revision>
  <dcterms:created xsi:type="dcterms:W3CDTF">2016-08-30T09:20:13Z</dcterms:created>
  <dcterms:modified xsi:type="dcterms:W3CDTF">2025-08-24T11:56:03Z</dcterms:modified>
</cp:coreProperties>
</file>