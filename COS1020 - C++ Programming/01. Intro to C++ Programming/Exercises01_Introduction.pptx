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38" r:id="rId1"/>
  </p:sldMasterIdLst>
  <p:notesMasterIdLst>
    <p:notesMasterId r:id="rId6"/>
  </p:notesMasterIdLst>
  <p:sldIdLst>
    <p:sldId id="281" r:id="rId2"/>
    <p:sldId id="318" r:id="rId3"/>
    <p:sldId id="321" r:id="rId4"/>
    <p:sldId id="32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E25B520-4287-487F-B87C-7F7D1A17DC45}">
          <p14:sldIdLst>
            <p14:sldId id="281"/>
            <p14:sldId id="318"/>
            <p14:sldId id="321"/>
            <p14:sldId id="32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80" autoAdjust="0"/>
    <p:restoredTop sz="94674" autoAdjust="0"/>
  </p:normalViewPr>
  <p:slideViewPr>
    <p:cSldViewPr snapToGrid="0">
      <p:cViewPr varScale="1">
        <p:scale>
          <a:sx n="78" d="100"/>
          <a:sy n="78" d="100"/>
        </p:scale>
        <p:origin x="854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144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62BCD8-DC8B-4E4A-9B40-F477CC878439}" type="datetimeFigureOut">
              <a:rPr lang="en-US" smtClean="0"/>
              <a:t>9/13/2025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CAA3A9-E441-4BC6-80B0-357EE149B2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6638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DF588-0E65-402C-A793-16E0D2ECAA48}" type="datetime1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7984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EE1C6-3CA3-41B1-A6D0-C44E4BC7ACC0}" type="datetime1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793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04C14B-91C6-4886-AADB-CB635E47760F}" type="datetime1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3292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1507AF-1767-4BF4-A25A-D8AE47393577}" type="datetime1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091907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5E320-A9F7-4C71-A5DC-9BB9B8110195}" type="datetime1">
              <a:rPr lang="en-US" smtClean="0"/>
              <a:t>9/13/2025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6398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66D098-881F-47B3-9FD2-4A7A0B87D037}" type="datetime1">
              <a:rPr lang="en-US" smtClean="0"/>
              <a:t>9/13/2025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221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9EB7B2-5A60-4FFD-A166-CE1849FA023E}" type="datetime1">
              <a:rPr lang="en-US" smtClean="0"/>
              <a:t>9/13/2025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0676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8BCFAB1-EAD0-44BA-92C4-C758F81FD67F}" type="datetime1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2139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F87054-7BF2-4CC3-8073-237AEDCFE19E}" type="datetime1">
              <a:rPr lang="en-US" smtClean="0"/>
              <a:t>9/13/2025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5884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8DACC-C1E5-44C5-9CEA-A1C49DFCD750}" type="datetime1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946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5412D7-194C-44A6-8DE3-810611688ABF}" type="datetime1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1522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A580B9AF-E85D-4F9C-8FC5-BD16A590FCDC}" type="datetime1">
              <a:rPr lang="en-US" smtClean="0"/>
              <a:t>9/13/2025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3C20813-E79E-4637-B0DD-0EBBF6872E5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4841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39" r:id="rId1"/>
    <p:sldLayoutId id="2147484140" r:id="rId2"/>
    <p:sldLayoutId id="2147484141" r:id="rId3"/>
    <p:sldLayoutId id="2147484142" r:id="rId4"/>
    <p:sldLayoutId id="2147484143" r:id="rId5"/>
    <p:sldLayoutId id="2147484144" r:id="rId6"/>
    <p:sldLayoutId id="2147484145" r:id="rId7"/>
    <p:sldLayoutId id="2147484146" r:id="rId8"/>
    <p:sldLayoutId id="2147484147" r:id="rId9"/>
    <p:sldLayoutId id="2147484148" r:id="rId10"/>
    <p:sldLayoutId id="2147484149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Introduction to Computers, Problem Solving and Programming</a:t>
            </a:r>
            <a:endParaRPr lang="bg-B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792780"/>
          </a:xfrm>
        </p:spPr>
        <p:txBody>
          <a:bodyPr>
            <a:normAutofit/>
          </a:bodyPr>
          <a:lstStyle/>
          <a:p>
            <a:r>
              <a:rPr lang="en-US" dirty="0"/>
              <a:t>COS 1020 C++ Programming</a:t>
            </a:r>
          </a:p>
          <a:p>
            <a:r>
              <a:rPr lang="en-US" dirty="0"/>
              <a:t>AUBG COS Department</a:t>
            </a:r>
          </a:p>
          <a:p>
            <a:r>
              <a:rPr lang="en-US" dirty="0"/>
              <a:t>Based on chapter 1 – problem solving, abstraction and design using C++, Friedman &amp; Koffman</a:t>
            </a:r>
            <a:endParaRPr lang="bg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912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1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24130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b="1" dirty="0"/>
              <a:t>Problem: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Write a program that converts distance in miles to kilometers.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The program should ask the user for the distance in miles, calculate and output the corresponding kilometers.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sz="3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950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2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31301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b="1" dirty="0"/>
              <a:t>Problem: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Write a program to convert a given temperature from Celsius to Fahrenheit.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The program should ask the user for a temperature in Celsius, compute the corresponding Fahrenheit value and display it.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en-US" sz="30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Formula:</a:t>
            </a:r>
          </a:p>
          <a:p>
            <a:pPr marL="384048" lvl="2" indent="0">
              <a:buNone/>
            </a:pPr>
            <a:r>
              <a:rPr lang="en-US" sz="2800" i="1" dirty="0"/>
              <a:t>	T</a:t>
            </a:r>
            <a:r>
              <a:rPr lang="en-US" sz="2800" baseline="-25000" dirty="0"/>
              <a:t>(°F)</a:t>
            </a:r>
            <a:r>
              <a:rPr lang="en-US" sz="2800" dirty="0"/>
              <a:t> = </a:t>
            </a:r>
            <a:r>
              <a:rPr lang="en-US" sz="2800" i="1" dirty="0"/>
              <a:t>T</a:t>
            </a:r>
            <a:r>
              <a:rPr lang="en-US" sz="2800" baseline="-25000" dirty="0"/>
              <a:t>(°C)</a:t>
            </a:r>
            <a:r>
              <a:rPr lang="en-US" sz="2800" dirty="0"/>
              <a:t> × 1.8 + 32</a:t>
            </a:r>
            <a:endParaRPr lang="bg-BG" sz="2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332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 3</a:t>
            </a:r>
            <a:endParaRPr lang="bg-B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3200" b="1" dirty="0"/>
              <a:t>Problem: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Write a program that converts a given distance from kilometers to miles.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3000" dirty="0"/>
              <a:t>The program should accept the kilometers value and then calculate and output the corresponding miles value.</a:t>
            </a:r>
            <a:endParaRPr lang="bg-BG" sz="3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20813-E79E-4637-B0DD-0EBBF6872E5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55231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1988</TotalTime>
  <Words>159</Words>
  <Application>Microsoft Office PowerPoint</Application>
  <PresentationFormat>Widescreen</PresentationFormat>
  <Paragraphs>23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Calibri</vt:lpstr>
      <vt:lpstr>Calibri Light</vt:lpstr>
      <vt:lpstr>Wingdings</vt:lpstr>
      <vt:lpstr>Retrospect</vt:lpstr>
      <vt:lpstr>Introduction to Computers, Problem Solving and Programming</vt:lpstr>
      <vt:lpstr>Exercise 1</vt:lpstr>
      <vt:lpstr>Exercise 2</vt:lpstr>
      <vt:lpstr>Exercise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 110 Visual Basic Programming AUBG Fall Semester 2016</dc:title>
  <dc:creator>mugen</dc:creator>
  <cp:lastModifiedBy>Kalin Dimitrov</cp:lastModifiedBy>
  <cp:revision>512</cp:revision>
  <dcterms:created xsi:type="dcterms:W3CDTF">2016-08-30T09:20:13Z</dcterms:created>
  <dcterms:modified xsi:type="dcterms:W3CDTF">2025-09-13T07:35:41Z</dcterms:modified>
</cp:coreProperties>
</file>